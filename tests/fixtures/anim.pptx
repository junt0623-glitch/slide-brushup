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アニメーション付きスライド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childTnLst>
                        <p:par>
                          <p:cTn id="4" fill="hold">
                            <p:childTnLst>
                              <p:par>
                                <p:cTn id="5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画面切り替え付きスライド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効果なしスライド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