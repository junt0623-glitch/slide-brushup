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8"/>
    <p:sldId id="258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フィクスチャA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これはスライドAの本文です。改行テスト。</a:t>
            </a:r>
          </a:p>
          <a:p>
            <a:r>
              <a:t>二行目のテキスト。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フィクスチャB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スライドBの本文、太字ランを含みます。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フィクスチャC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スライドCの本文、これが最後のスライドです。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