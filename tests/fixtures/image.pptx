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画像フィクスチャ</a:t>
            </a:r>
          </a:p>
        </p:txBody>
      </p:sp>
      <p:pic>
        <p:nvPicPr>
          <p:cNvPr id="3" name="Picture 2" descr="_tmp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828800" cy="1218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画像フィクスチャ（同一画像の再利用）</a:t>
            </a:r>
          </a:p>
        </p:txBody>
      </p:sp>
      <p:pic>
        <p:nvPicPr>
          <p:cNvPr id="3" name="Picture 2" descr="_tmp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828800" cy="1218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