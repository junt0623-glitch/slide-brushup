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グラフを含むスライド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表を含むスライド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値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テスト行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通常のテキストのみ（対照群）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SmartArt想定スライド</a:t>
            </a:r>
          </a:p>
        </p:txBody>
      </p:sp>
      <p:graphicFrame>
        <p:nvGraphicFramePr>
          <p:cNvPr id="999" name="TestDiagram"/>
          <p:cNvGraphicFramePr/>
          <p:nvPr/>
        </p:nvGraphicFramePr>
        <p:xfrm>
          <a:off x="1000000" y="1000000"/>
          <a:ext cx="3000000" cy="30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Fake1" r:lo="rIdFake2" r:qs="rIdFake3" r:cs="rIdFake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