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1A7A5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3657600" y="914400"/>
            <a:ext cx="1371600" cy="731520"/>
          </a:xfrm>
          <a:prstGeom prst="rightArrow">
            <a:avLst/>
          </a:prstGeom>
          <a:solidFill>
            <a:srgbClr val="C08A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743200" cy="914400"/>
          </a:xfrm>
          <a:prstGeom prst="roundRect">
            <a:avLst/>
          </a:prstGeom>
          <a:solidFill>
            <a:srgbClr val="EEEE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ラベル付き図形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27432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